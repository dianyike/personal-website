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805E"/>
    <a:srgbClr val="FEE140"/>
    <a:srgbClr val="F6D365"/>
    <a:srgbClr val="FDA085"/>
    <a:srgbClr val="FEDA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8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78BC1C-8C41-4DF7-8CBB-656C1437EC1B}" type="datetimeFigureOut">
              <a:rPr lang="zh-TW" altLang="en-US" smtClean="0"/>
              <a:t>2025/5/24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96A7E6-B75B-491D-B855-F79B4A980AE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84746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96A7E6-B75B-491D-B855-F79B4A980AE1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3242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DDA0F5-C073-4AB9-80F1-D051F85A2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9A51C31-A58C-4555-A3AC-D7BDF2BD21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6A55E9E-96B3-4BB6-B41E-BEF2C926E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FEFA-CABF-4D3E-B0D4-C9C601D1E998}" type="datetimeFigureOut">
              <a:rPr lang="zh-TW" altLang="en-US" smtClean="0"/>
              <a:t>2025/5/24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D2EA484-B400-45CC-88ED-660D08C76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11B8772-9FC1-4FDE-B7F1-4EA361CEC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0A577-BC44-4775-927F-8A5898A8722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9578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62D9A8-A883-4A45-BB8A-F65657FC2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AC1620-5D79-4FB6-8A33-41873058F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9109B12-5826-4153-9F23-285A5F352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FEFA-CABF-4D3E-B0D4-C9C601D1E998}" type="datetimeFigureOut">
              <a:rPr lang="zh-TW" altLang="en-US" smtClean="0"/>
              <a:t>2025/5/24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5C904BB-1BE4-4E5B-A67E-3BE7E49DD9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4D5B101-186E-4428-B282-0CCFFFB13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0A577-BC44-4775-927F-8A5898A8722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8772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D4A5E6-3B3C-4669-AFD8-484242F28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97C8AE4-79DB-42BD-B7C6-646C469866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894FBAB-5A9E-484F-BE36-82655199A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FEFA-CABF-4D3E-B0D4-C9C601D1E998}" type="datetimeFigureOut">
              <a:rPr lang="zh-TW" altLang="en-US" smtClean="0"/>
              <a:t>2025/5/24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8F05314-4D00-4016-BFC7-2CF0834B6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97F4320-2351-44CF-B4CF-F478EE141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0A577-BC44-4775-927F-8A5898A8722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06913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C3A801-14C7-4BC9-89F4-18F52A472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F9DCC79-8002-43AA-AC89-F1DCA2EAC8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6E7F2F1-E9DE-4579-A2FF-3ADEFD711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3D9AC49-CE20-456E-B5E1-4B8A3BB0B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FEFA-CABF-4D3E-B0D4-C9C601D1E998}" type="datetimeFigureOut">
              <a:rPr lang="zh-TW" altLang="en-US" smtClean="0"/>
              <a:t>2025/5/24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3B8849F-4100-4D50-A54C-215DEFB6B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CAE4EDC-DDD0-4901-A679-B2DFD031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0A577-BC44-4775-927F-8A5898A8722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6543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3293B6-37E8-4536-B494-14963B801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D044717-F3F2-4B00-BE5D-016535C3DD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95A5D3E-F16D-4469-B75A-77C4DD7008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A00CF05-9B9A-4A8F-A8F2-4F8588389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26908BEB-DEB4-4008-8472-20AEC99421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1255C6E-4783-4CE1-97ED-B2988FFEC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FEFA-CABF-4D3E-B0D4-C9C601D1E998}" type="datetimeFigureOut">
              <a:rPr lang="zh-TW" altLang="en-US" smtClean="0"/>
              <a:t>2025/5/24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220E2156-83DC-4100-9C92-EC11B7D4E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53C2747-467C-4D0F-96ED-88A95EC9C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0A577-BC44-4775-927F-8A5898A8722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9466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0E4FA4-A1D2-48AC-81BC-56E4E4DEE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A2724C7-92F8-463B-B115-628B8D74F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FEFA-CABF-4D3E-B0D4-C9C601D1E998}" type="datetimeFigureOut">
              <a:rPr lang="zh-TW" altLang="en-US" smtClean="0"/>
              <a:t>2025/5/24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E074AEE-053F-415C-9ECA-A551A380E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6A1359D-C5EA-4908-892B-F2367AB28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0A577-BC44-4775-927F-8A5898A8722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4431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CD99466-DD27-4D9A-9F99-223164CD3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FEFA-CABF-4D3E-B0D4-C9C601D1E998}" type="datetimeFigureOut">
              <a:rPr lang="zh-TW" altLang="en-US" smtClean="0"/>
              <a:t>2025/5/24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7702198-D79F-4F82-8CFE-7BC19DA70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C4D143E-BFCC-4EFF-B15B-6CD89982D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0A577-BC44-4775-927F-8A5898A8722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3323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FAAAE4-DB11-4E86-AB30-ACD7CD6F9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ACB889-0387-4BA5-B7A1-3606D0A0A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A519B74-1AB4-418C-88A6-6FC75B0308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D1E1C2D-FEA4-46F9-8FE0-5B1BDD51D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FEFA-CABF-4D3E-B0D4-C9C601D1E998}" type="datetimeFigureOut">
              <a:rPr lang="zh-TW" altLang="en-US" smtClean="0"/>
              <a:t>2025/5/24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9F69EAF-306E-44D7-B054-81F99A266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D3A9041-A056-4E7D-A117-21A5F7F8B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0A577-BC44-4775-927F-8A5898A8722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07821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D3F462-5D4A-4402-8EAD-F6C87422E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2D431AC-2D8B-4F7F-B466-3658B6F2BE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1035E75-CBEE-406F-A2E4-62D56BAA3A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9C21AFC-E59B-4DB7-BC2B-DBE3B3BC5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FEFA-CABF-4D3E-B0D4-C9C601D1E998}" type="datetimeFigureOut">
              <a:rPr lang="zh-TW" altLang="en-US" smtClean="0"/>
              <a:t>2025/5/24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1477412-F15B-4E75-B007-73E3B8926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E16DD6B-F68E-4F16-96BA-0F0361DE3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0A577-BC44-4775-927F-8A5898A8722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8118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6DE686-8C94-4FFE-BEC4-5500E209B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3811DFF9-3E35-41DF-856D-FFFACD082D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EFB8024-44EB-4D42-9ED9-64AD9735F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FEFA-CABF-4D3E-B0D4-C9C601D1E998}" type="datetimeFigureOut">
              <a:rPr lang="zh-TW" altLang="en-US" smtClean="0"/>
              <a:t>2025/5/24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2ADA3D5-CDF5-4943-9079-54435F962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61FB52A-825F-4557-B4A1-6D349513E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0A577-BC44-4775-927F-8A5898A8722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7153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62C9159-F6E0-4BD6-BF41-FC839CCCBB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D0A49CA-343D-437D-869D-1C695A8A77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36B219B-B66B-4F09-969F-3A8856722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26FEFA-CABF-4D3E-B0D4-C9C601D1E998}" type="datetimeFigureOut">
              <a:rPr lang="zh-TW" altLang="en-US" smtClean="0"/>
              <a:t>2025/5/24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82CE293-7FB9-4A9C-BEE3-CECB784E1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DC62DD0-869A-449D-A3A5-19752251B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0A577-BC44-4775-927F-8A5898A8722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75770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2FDD888-3A1F-436E-8299-822615C8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A8B8158-ACDB-414F-BBD4-558DEA1E01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F1CA908-7E3C-42DC-B62E-B1B7DDA282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26FEFA-CABF-4D3E-B0D4-C9C601D1E998}" type="datetimeFigureOut">
              <a:rPr lang="zh-TW" altLang="en-US" smtClean="0"/>
              <a:t>2025/5/24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34B9806-ED49-4F2D-B8F9-63A5BDDA9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E448729-CEF8-44F3-B367-4580826973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F0A577-BC44-4775-927F-8A5898A8722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0260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8807616C-8964-4158-B79F-1A86DFA1F9F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tx1">
                  <a:alpha val="60000"/>
                </a:schemeClr>
              </a:gs>
              <a:gs pos="100000">
                <a:schemeClr val="bg1">
                  <a:lumMod val="80000"/>
                  <a:alpha val="40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手繪多邊形: 圖案 4">
            <a:extLst>
              <a:ext uri="{FF2B5EF4-FFF2-40B4-BE49-F238E27FC236}">
                <a16:creationId xmlns:a16="http://schemas.microsoft.com/office/drawing/2014/main" id="{B4EE9699-E3B1-4E10-A1A0-4288D705794F}"/>
              </a:ext>
            </a:extLst>
          </p:cNvPr>
          <p:cNvSpPr/>
          <p:nvPr/>
        </p:nvSpPr>
        <p:spPr>
          <a:xfrm>
            <a:off x="-1053887" y="-1549830"/>
            <a:ext cx="12507132" cy="5966848"/>
          </a:xfrm>
          <a:custGeom>
            <a:avLst/>
            <a:gdLst>
              <a:gd name="connsiteX0" fmla="*/ 10228881 w 10228881"/>
              <a:gd name="connsiteY0" fmla="*/ 371960 h 4928461"/>
              <a:gd name="connsiteX1" fmla="*/ 0 w 10228881"/>
              <a:gd name="connsiteY1" fmla="*/ 4928461 h 4928461"/>
              <a:gd name="connsiteX2" fmla="*/ 247973 w 10228881"/>
              <a:gd name="connsiteY2" fmla="*/ 0 h 4928461"/>
              <a:gd name="connsiteX3" fmla="*/ 10228881 w 10228881"/>
              <a:gd name="connsiteY3" fmla="*/ 371960 h 49284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28881" h="4928461">
                <a:moveTo>
                  <a:pt x="10228881" y="371960"/>
                </a:moveTo>
                <a:lnTo>
                  <a:pt x="0" y="4928461"/>
                </a:lnTo>
                <a:lnTo>
                  <a:pt x="247973" y="0"/>
                </a:lnTo>
                <a:lnTo>
                  <a:pt x="10228881" y="371960"/>
                </a:lnTo>
                <a:close/>
              </a:path>
            </a:pathLst>
          </a:custGeom>
          <a:solidFill>
            <a:schemeClr val="tx1">
              <a:alpha val="75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手繪多邊形: 圖案 5">
            <a:extLst>
              <a:ext uri="{FF2B5EF4-FFF2-40B4-BE49-F238E27FC236}">
                <a16:creationId xmlns:a16="http://schemas.microsoft.com/office/drawing/2014/main" id="{CCE35446-67A9-4CC2-8BA7-C7765B997FFE}"/>
              </a:ext>
            </a:extLst>
          </p:cNvPr>
          <p:cNvSpPr/>
          <p:nvPr/>
        </p:nvSpPr>
        <p:spPr>
          <a:xfrm>
            <a:off x="6323308" y="3130657"/>
            <a:ext cx="6958740" cy="4994329"/>
          </a:xfrm>
          <a:custGeom>
            <a:avLst/>
            <a:gdLst>
              <a:gd name="connsiteX0" fmla="*/ 4866468 w 4866468"/>
              <a:gd name="connsiteY0" fmla="*/ 0 h 3347634"/>
              <a:gd name="connsiteX1" fmla="*/ 0 w 4866468"/>
              <a:gd name="connsiteY1" fmla="*/ 3347634 h 3347634"/>
              <a:gd name="connsiteX2" fmla="*/ 4649492 w 4866468"/>
              <a:gd name="connsiteY2" fmla="*/ 3347634 h 3347634"/>
              <a:gd name="connsiteX3" fmla="*/ 4866468 w 4866468"/>
              <a:gd name="connsiteY3" fmla="*/ 0 h 3347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66468" h="3347634">
                <a:moveTo>
                  <a:pt x="4866468" y="0"/>
                </a:moveTo>
                <a:lnTo>
                  <a:pt x="0" y="3347634"/>
                </a:lnTo>
                <a:lnTo>
                  <a:pt x="4649492" y="3347634"/>
                </a:lnTo>
                <a:lnTo>
                  <a:pt x="4866468" y="0"/>
                </a:lnTo>
                <a:close/>
              </a:path>
            </a:pathLst>
          </a:custGeom>
          <a:solidFill>
            <a:schemeClr val="tx1">
              <a:alpha val="75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131F6A48-9FB6-4961-819D-F8475F0417E6}"/>
              </a:ext>
            </a:extLst>
          </p:cNvPr>
          <p:cNvCxnSpPr/>
          <p:nvPr/>
        </p:nvCxnSpPr>
        <p:spPr>
          <a:xfrm>
            <a:off x="6723767" y="2867186"/>
            <a:ext cx="2603716" cy="0"/>
          </a:xfrm>
          <a:prstGeom prst="line">
            <a:avLst/>
          </a:prstGeom>
          <a:ln w="28575">
            <a:gradFill>
              <a:gsLst>
                <a:gs pos="0">
                  <a:schemeClr val="accent4"/>
                </a:gs>
                <a:gs pos="75000">
                  <a:schemeClr val="bg1"/>
                </a:gs>
                <a:gs pos="25000">
                  <a:schemeClr val="bg1"/>
                </a:gs>
                <a:gs pos="100000">
                  <a:schemeClr val="accent4"/>
                </a:gs>
              </a:gsLst>
              <a:lin ang="5400000" scaled="1"/>
            </a:gradFill>
          </a:ln>
          <a:effectLst>
            <a:glow rad="228600">
              <a:schemeClr val="accent4">
                <a:satMod val="175000"/>
                <a:alpha val="40000"/>
              </a:schemeClr>
            </a:glow>
            <a:softEdge rad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圖形 14">
            <a:extLst>
              <a:ext uri="{FF2B5EF4-FFF2-40B4-BE49-F238E27FC236}">
                <a16:creationId xmlns:a16="http://schemas.microsoft.com/office/drawing/2014/main" id="{6BE3E38F-13B5-479B-B17B-027DCE7D206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1029" t="5123" r="33087" b="77937"/>
          <a:stretch/>
        </p:blipFill>
        <p:spPr>
          <a:xfrm>
            <a:off x="8526721" y="-35093"/>
            <a:ext cx="1950804" cy="2379303"/>
          </a:xfrm>
          <a:prstGeom prst="rect">
            <a:avLst/>
          </a:prstGeom>
          <a:effectLst>
            <a:outerShdw blurRad="50800" dist="38100" sx="110000" sy="110000" algn="l" rotWithShape="0">
              <a:prstClr val="black">
                <a:alpha val="40000"/>
              </a:prstClr>
            </a:outerShdw>
          </a:effectLst>
        </p:spPr>
      </p:pic>
      <p:pic>
        <p:nvPicPr>
          <p:cNvPr id="18" name="圖形 17">
            <a:extLst>
              <a:ext uri="{FF2B5EF4-FFF2-40B4-BE49-F238E27FC236}">
                <a16:creationId xmlns:a16="http://schemas.microsoft.com/office/drawing/2014/main" id="{A4376A24-6DFB-4CB9-A4F0-CCD12FB9203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2639" b="27691"/>
          <a:stretch/>
        </p:blipFill>
        <p:spPr>
          <a:xfrm>
            <a:off x="9286007" y="3330553"/>
            <a:ext cx="2305775" cy="1824843"/>
          </a:xfrm>
          <a:prstGeom prst="rect">
            <a:avLst/>
          </a:prstGeom>
          <a:effectLst>
            <a:outerShdw blurRad="50800" dist="38100" dir="2700000" sx="110000" sy="11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9" name="圖形 18">
            <a:extLst>
              <a:ext uri="{FF2B5EF4-FFF2-40B4-BE49-F238E27FC236}">
                <a16:creationId xmlns:a16="http://schemas.microsoft.com/office/drawing/2014/main" id="{CD54FF34-2AEF-4F35-8C91-568E2FB97B57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t="27549" b="53506"/>
          <a:stretch/>
        </p:blipFill>
        <p:spPr>
          <a:xfrm>
            <a:off x="10003605" y="1700136"/>
            <a:ext cx="2188395" cy="1668202"/>
          </a:xfrm>
          <a:prstGeom prst="rect">
            <a:avLst/>
          </a:prstGeom>
          <a:effectLst>
            <a:outerShdw blurRad="50800" dist="38100" dir="2700000" sx="110000" sy="110000" algn="tl" rotWithShape="0">
              <a:prstClr val="black">
                <a:alpha val="40000"/>
              </a:prstClr>
            </a:outerShdw>
          </a:effectLst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B732999E-3DDE-4AFF-AB74-6C27173BB8A8}"/>
              </a:ext>
            </a:extLst>
          </p:cNvPr>
          <p:cNvSpPr txBox="1"/>
          <p:nvPr/>
        </p:nvSpPr>
        <p:spPr>
          <a:xfrm>
            <a:off x="6710358" y="3130657"/>
            <a:ext cx="21189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600" dirty="0">
                <a:gradFill flip="none" rotWithShape="1">
                  <a:gsLst>
                    <a:gs pos="0">
                      <a:srgbClr val="FEE140"/>
                    </a:gs>
                    <a:gs pos="100000">
                      <a:srgbClr val="FDA085"/>
                    </a:gs>
                  </a:gsLst>
                  <a:lin ang="0" scaled="1"/>
                  <a:tileRect/>
                </a:gradFill>
                <a:effectLst>
                  <a:outerShdw blurRad="38100" dist="38100" dir="2700000" algn="tl">
                    <a:srgbClr val="000000"/>
                  </a:outerShdw>
                </a:effectLst>
                <a:latin typeface="標楷體" panose="03000509000000000000" pitchFamily="65" charset="-120"/>
                <a:ea typeface="標楷體" panose="03000509000000000000" pitchFamily="65" charset="-120"/>
              </a:rPr>
              <a:t>台灣歷史</a:t>
            </a:r>
            <a:endParaRPr lang="en-US" altLang="zh-TW" sz="3600" dirty="0">
              <a:gradFill flip="none" rotWithShape="1">
                <a:gsLst>
                  <a:gs pos="0">
                    <a:srgbClr val="FEE140"/>
                  </a:gs>
                  <a:gs pos="100000">
                    <a:srgbClr val="FDA085"/>
                  </a:gs>
                </a:gsLst>
                <a:lin ang="0" scaled="1"/>
                <a:tileRect/>
              </a:gradFill>
              <a:effectLst>
                <a:outerShdw blurRad="38100" dist="38100" dir="2700000" algn="tl">
                  <a:srgbClr val="000000"/>
                </a:outerShdw>
              </a:effectLst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600" dirty="0">
                <a:gradFill flip="none" rotWithShape="1">
                  <a:gsLst>
                    <a:gs pos="0">
                      <a:srgbClr val="FEE140"/>
                    </a:gs>
                    <a:gs pos="100000">
                      <a:srgbClr val="FDA085"/>
                    </a:gs>
                  </a:gsLst>
                  <a:lin ang="0" scaled="1"/>
                  <a:tileRect/>
                </a:gradFill>
                <a:effectLst>
                  <a:outerShdw blurRad="38100" dist="38100" dir="2700000" algn="tl">
                    <a:srgbClr val="000000"/>
                  </a:outerShdw>
                </a:effectLst>
                <a:latin typeface="標楷體" panose="03000509000000000000" pitchFamily="65" charset="-120"/>
                <a:ea typeface="標楷體" panose="03000509000000000000" pitchFamily="65" charset="-120"/>
              </a:rPr>
              <a:t>乘</a:t>
            </a:r>
            <a:r>
              <a:rPr lang="zh-TW" altLang="en-US" sz="3600" dirty="0">
                <a:gradFill>
                  <a:gsLst>
                    <a:gs pos="0">
                      <a:srgbClr val="FEE140"/>
                    </a:gs>
                    <a:gs pos="100000">
                      <a:srgbClr val="FDA085"/>
                    </a:gs>
                  </a:gsLst>
                  <a:lin ang="0" scaled="0"/>
                </a:gradFill>
                <a:effectLst>
                  <a:outerShdw blurRad="38100" dist="38100" dir="2700000" algn="tl">
                    <a:srgbClr val="000000"/>
                  </a:outerShdw>
                </a:effectLst>
                <a:latin typeface="標楷體" panose="03000509000000000000" pitchFamily="65" charset="-120"/>
                <a:ea typeface="標楷體" panose="03000509000000000000" pitchFamily="65" charset="-120"/>
              </a:rPr>
              <a:t>載悠久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84E3BB03-7B0B-4020-A375-E2812A70ADEB}"/>
              </a:ext>
            </a:extLst>
          </p:cNvPr>
          <p:cNvSpPr txBox="1"/>
          <p:nvPr/>
        </p:nvSpPr>
        <p:spPr>
          <a:xfrm>
            <a:off x="8725998" y="3057059"/>
            <a:ext cx="59503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3200" dirty="0">
                <a:gradFill flip="none" rotWithShape="1">
                  <a:gsLst>
                    <a:gs pos="0">
                      <a:srgbClr val="FEE140"/>
                    </a:gs>
                    <a:gs pos="90000">
                      <a:srgbClr val="FC805E"/>
                    </a:gs>
                  </a:gsLst>
                  <a:lin ang="5400000" scaled="1"/>
                  <a:tileRect/>
                </a:gradFill>
                <a:effectLst>
                  <a:outerShdw blurRad="38100" dist="38100" dir="2700000" algn="tl">
                    <a:srgbClr val="000000"/>
                  </a:outerShdw>
                </a:effectLst>
                <a:latin typeface="標楷體" panose="03000509000000000000" pitchFamily="65" charset="-120"/>
                <a:ea typeface="標楷體" panose="03000509000000000000" pitchFamily="65" charset="-120"/>
              </a:rPr>
              <a:t>中</a:t>
            </a:r>
            <a:endParaRPr lang="en-US" altLang="zh-TW" sz="3200" dirty="0">
              <a:gradFill flip="none" rotWithShape="1">
                <a:gsLst>
                  <a:gs pos="0">
                    <a:srgbClr val="FEE140"/>
                  </a:gs>
                  <a:gs pos="90000">
                    <a:srgbClr val="FC805E"/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/>
                </a:outerShdw>
              </a:effectLst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>
                <a:gradFill flip="none" rotWithShape="1">
                  <a:gsLst>
                    <a:gs pos="0">
                      <a:srgbClr val="FEE140"/>
                    </a:gs>
                    <a:gs pos="90000">
                      <a:srgbClr val="FC805E"/>
                    </a:gs>
                  </a:gsLst>
                  <a:lin ang="5400000" scaled="1"/>
                  <a:tileRect/>
                </a:gradFill>
                <a:effectLst>
                  <a:outerShdw blurRad="38100" dist="38100" dir="2700000" algn="tl">
                    <a:srgbClr val="000000"/>
                  </a:outerShdw>
                </a:effectLst>
                <a:latin typeface="標楷體" panose="03000509000000000000" pitchFamily="65" charset="-120"/>
                <a:ea typeface="標楷體" panose="03000509000000000000" pitchFamily="65" charset="-120"/>
              </a:rPr>
              <a:t>華</a:t>
            </a:r>
            <a:endParaRPr lang="en-US" altLang="zh-TW" sz="3200" dirty="0">
              <a:gradFill flip="none" rotWithShape="1">
                <a:gsLst>
                  <a:gs pos="0">
                    <a:srgbClr val="FEE140"/>
                  </a:gs>
                  <a:gs pos="90000">
                    <a:srgbClr val="FC805E"/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/>
                </a:outerShdw>
              </a:effectLst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>
                <a:gradFill flip="none" rotWithShape="1">
                  <a:gsLst>
                    <a:gs pos="0">
                      <a:srgbClr val="FEE140"/>
                    </a:gs>
                    <a:gs pos="90000">
                      <a:srgbClr val="FC805E"/>
                    </a:gs>
                  </a:gsLst>
                  <a:lin ang="5400000" scaled="1"/>
                  <a:tileRect/>
                </a:gradFill>
                <a:effectLst>
                  <a:outerShdw blurRad="38100" dist="38100" dir="2700000" algn="tl">
                    <a:srgbClr val="000000"/>
                  </a:outerShdw>
                </a:effectLst>
                <a:latin typeface="標楷體" panose="03000509000000000000" pitchFamily="65" charset="-120"/>
                <a:ea typeface="標楷體" panose="03000509000000000000" pitchFamily="65" charset="-120"/>
              </a:rPr>
              <a:t>文</a:t>
            </a:r>
            <a:endParaRPr lang="en-US" altLang="zh-TW" sz="3200" dirty="0">
              <a:gradFill flip="none" rotWithShape="1">
                <a:gsLst>
                  <a:gs pos="0">
                    <a:srgbClr val="FEE140"/>
                  </a:gs>
                  <a:gs pos="90000">
                    <a:srgbClr val="FC805E"/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/>
                </a:outerShdw>
              </a:effectLst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>
                <a:gradFill flip="none" rotWithShape="1">
                  <a:gsLst>
                    <a:gs pos="0">
                      <a:srgbClr val="FEE140"/>
                    </a:gs>
                    <a:gs pos="90000">
                      <a:srgbClr val="FC805E"/>
                    </a:gs>
                  </a:gsLst>
                  <a:lin ang="5400000" scaled="1"/>
                  <a:tileRect/>
                </a:gradFill>
                <a:effectLst>
                  <a:outerShdw blurRad="38100" dist="38100" dir="2700000" algn="tl">
                    <a:srgbClr val="000000"/>
                  </a:outerShdw>
                </a:effectLst>
                <a:latin typeface="標楷體" panose="03000509000000000000" pitchFamily="65" charset="-120"/>
                <a:ea typeface="標楷體" panose="03000509000000000000" pitchFamily="65" charset="-120"/>
              </a:rPr>
              <a:t>化</a:t>
            </a:r>
            <a:endParaRPr lang="en-US" altLang="zh-TW" sz="3200" dirty="0">
              <a:gradFill flip="none" rotWithShape="1">
                <a:gsLst>
                  <a:gs pos="0">
                    <a:srgbClr val="FEE140"/>
                  </a:gs>
                  <a:gs pos="90000">
                    <a:srgbClr val="FC805E"/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/>
                </a:outerShdw>
              </a:effectLst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>
                <a:gradFill flip="none" rotWithShape="1">
                  <a:gsLst>
                    <a:gs pos="0">
                      <a:srgbClr val="FEE140"/>
                    </a:gs>
                    <a:gs pos="90000">
                      <a:srgbClr val="FC805E"/>
                    </a:gs>
                  </a:gsLst>
                  <a:lin ang="5400000" scaled="1"/>
                  <a:tileRect/>
                </a:gradFill>
                <a:effectLst>
                  <a:outerShdw blurRad="38100" dist="38100" dir="2700000" algn="tl">
                    <a:srgbClr val="000000"/>
                  </a:outerShdw>
                </a:effectLst>
                <a:latin typeface="標楷體" panose="03000509000000000000" pitchFamily="65" charset="-120"/>
                <a:ea typeface="標楷體" panose="03000509000000000000" pitchFamily="65" charset="-120"/>
              </a:rPr>
              <a:t>之</a:t>
            </a:r>
            <a:endParaRPr lang="en-US" altLang="zh-TW" sz="3200" dirty="0">
              <a:gradFill flip="none" rotWithShape="1">
                <a:gsLst>
                  <a:gs pos="0">
                    <a:srgbClr val="FEE140"/>
                  </a:gs>
                  <a:gs pos="90000">
                    <a:srgbClr val="FC805E"/>
                  </a:gs>
                </a:gsLst>
                <a:lin ang="5400000" scaled="1"/>
                <a:tileRect/>
              </a:gradFill>
              <a:effectLst>
                <a:outerShdw blurRad="38100" dist="38100" dir="2700000" algn="tl">
                  <a:srgbClr val="000000"/>
                </a:outerShdw>
              </a:effectLst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>
                <a:gradFill flip="none" rotWithShape="1">
                  <a:gsLst>
                    <a:gs pos="0">
                      <a:srgbClr val="FEE140"/>
                    </a:gs>
                    <a:gs pos="90000">
                      <a:srgbClr val="FC805E"/>
                    </a:gs>
                  </a:gsLst>
                  <a:lin ang="5400000" scaled="1"/>
                  <a:tileRect/>
                </a:gradFill>
                <a:effectLst>
                  <a:outerShdw blurRad="38100" dist="38100" dir="2700000" algn="tl">
                    <a:srgbClr val="000000"/>
                  </a:outerShdw>
                </a:effectLst>
                <a:latin typeface="標楷體" panose="03000509000000000000" pitchFamily="65" charset="-120"/>
                <a:ea typeface="標楷體" panose="03000509000000000000" pitchFamily="65" charset="-120"/>
              </a:rPr>
              <a:t>美</a:t>
            </a:r>
          </a:p>
        </p:txBody>
      </p:sp>
    </p:spTree>
    <p:extLst>
      <p:ext uri="{BB962C8B-B14F-4D97-AF65-F5344CB8AC3E}">
        <p14:creationId xmlns:p14="http://schemas.microsoft.com/office/powerpoint/2010/main" val="1465534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50629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12</Words>
  <Application>Microsoft Office PowerPoint</Application>
  <PresentationFormat>寬螢幕</PresentationFormat>
  <Paragraphs>9</Paragraphs>
  <Slides>2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7" baseType="lpstr">
      <vt:lpstr>標楷體</vt:lpstr>
      <vt:lpstr>Arial</vt:lpstr>
      <vt:lpstr>Calibri</vt:lpstr>
      <vt:lpstr>Calibri Light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典億 柯</dc:creator>
  <cp:lastModifiedBy>典億 柯</cp:lastModifiedBy>
  <cp:revision>12</cp:revision>
  <dcterms:created xsi:type="dcterms:W3CDTF">2025-05-22T16:46:46Z</dcterms:created>
  <dcterms:modified xsi:type="dcterms:W3CDTF">2025-05-23T20:35:49Z</dcterms:modified>
</cp:coreProperties>
</file>