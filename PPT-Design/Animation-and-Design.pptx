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DDA0F5-C073-4AB9-80F1-D051F85A2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9A51C31-A58C-4555-A3AC-D7BDF2BD2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A55E9E-96B3-4BB6-B41E-BEF2C926E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FEFA-CABF-4D3E-B0D4-C9C601D1E998}" type="datetimeFigureOut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2EA484-B400-45CC-88ED-660D08C76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1B8772-9FC1-4FDE-B7F1-4EA361CEC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A577-BC44-4775-927F-8A5898A87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9578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62D9A8-A883-4A45-BB8A-F65657FC2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AC1620-5D79-4FB6-8A33-41873058F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109B12-5826-4153-9F23-285A5F352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FEFA-CABF-4D3E-B0D4-C9C601D1E998}" type="datetimeFigureOut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C904BB-1BE4-4E5B-A67E-3BE7E49D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D5B101-186E-4428-B282-0CCFFFB13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A577-BC44-4775-927F-8A5898A87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77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4A5E6-3B3C-4669-AFD8-484242F28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7C8AE4-79DB-42BD-B7C6-646C46986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94FBAB-5A9E-484F-BE36-82655199A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FEFA-CABF-4D3E-B0D4-C9C601D1E998}" type="datetimeFigureOut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F05314-4D00-4016-BFC7-2CF0834B6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7F4320-2351-44CF-B4CF-F478EE141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A577-BC44-4775-927F-8A5898A87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6913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C3A801-14C7-4BC9-89F4-18F52A472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9DCC79-8002-43AA-AC89-F1DCA2EAC8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6E7F2F1-E9DE-4579-A2FF-3ADEFD711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D9AC49-CE20-456E-B5E1-4B8A3BB0B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FEFA-CABF-4D3E-B0D4-C9C601D1E998}" type="datetimeFigureOut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3B8849F-4100-4D50-A54C-215DEFB6B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AE4EDC-DDD0-4901-A679-B2DFD0315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A577-BC44-4775-927F-8A5898A87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54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3293B6-37E8-4536-B494-14963B801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D044717-F3F2-4B00-BE5D-016535C3D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95A5D3E-F16D-4469-B75A-77C4DD700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A00CF05-9B9A-4A8F-A8F2-4F8588389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6908BEB-DEB4-4008-8472-20AEC9942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1255C6E-4783-4CE1-97ED-B2988FFEC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FEFA-CABF-4D3E-B0D4-C9C601D1E998}" type="datetimeFigureOut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20E2156-83DC-4100-9C92-EC11B7D4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53C2747-467C-4D0F-96ED-88A95EC9C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A577-BC44-4775-927F-8A5898A87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946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0E4FA4-A1D2-48AC-81BC-56E4E4DE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2724C7-92F8-463B-B115-628B8D74F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FEFA-CABF-4D3E-B0D4-C9C601D1E998}" type="datetimeFigureOut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E074AEE-053F-415C-9ECA-A551A380E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6A1359D-C5EA-4908-892B-F2367AB2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A577-BC44-4775-927F-8A5898A87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4431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CD99466-DD27-4D9A-9F99-223164CD3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FEFA-CABF-4D3E-B0D4-C9C601D1E998}" type="datetimeFigureOut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7702198-D79F-4F82-8CFE-7BC19DA7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4D143E-BFCC-4EFF-B15B-6CD89982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A577-BC44-4775-927F-8A5898A87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332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FAAAE4-DB11-4E86-AB30-ACD7CD6F9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ACB889-0387-4BA5-B7A1-3606D0A0A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A519B74-1AB4-418C-88A6-6FC75B030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D1E1C2D-FEA4-46F9-8FE0-5B1BDD51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FEFA-CABF-4D3E-B0D4-C9C601D1E998}" type="datetimeFigureOut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F69EAF-306E-44D7-B054-81F99A266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3A9041-A056-4E7D-A117-21A5F7F8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A577-BC44-4775-927F-8A5898A87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782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D3F462-5D4A-4402-8EAD-F6C87422E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2D431AC-2D8B-4F7F-B466-3658B6F2BE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1035E75-CBEE-406F-A2E4-62D56BAA3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C21AFC-E59B-4DB7-BC2B-DBE3B3BC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FEFA-CABF-4D3E-B0D4-C9C601D1E998}" type="datetimeFigureOut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1477412-F15B-4E75-B007-73E3B8926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E16DD6B-F68E-4F16-96BA-0F0361DE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A577-BC44-4775-927F-8A5898A87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811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6DE686-8C94-4FFE-BEC4-5500E209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811DFF9-3E35-41DF-856D-FFFACD082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FB8024-44EB-4D42-9ED9-64AD9735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FEFA-CABF-4D3E-B0D4-C9C601D1E998}" type="datetimeFigureOut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ADA3D5-CDF5-4943-9079-54435F962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1FB52A-825F-4557-B4A1-6D349513E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A577-BC44-4775-927F-8A5898A87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715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62C9159-F6E0-4BD6-BF41-FC839CCCBB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D0A49CA-343D-437D-869D-1C695A8A7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6B219B-B66B-4F09-969F-3A8856722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FEFA-CABF-4D3E-B0D4-C9C601D1E998}" type="datetimeFigureOut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2CE293-7FB9-4A9C-BEE3-CECB784E1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C62DD0-869A-449D-A3A5-19752251B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A577-BC44-4775-927F-8A5898A87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7577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2FDD888-3A1F-436E-8299-822615C88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A8B8158-ACDB-414F-BBD4-558DEA1E0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1CA908-7E3C-42DC-B62E-B1B7DDA282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6FEFA-CABF-4D3E-B0D4-C9C601D1E998}" type="datetimeFigureOut">
              <a:rPr lang="zh-TW" altLang="en-US" smtClean="0"/>
              <a:t>2025/5/23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4B9806-ED49-4F2D-B8F9-63A5BDDA9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448729-CEF8-44F3-B367-458082697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0A577-BC44-4775-927F-8A5898A87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0260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534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典億 柯</dc:creator>
  <cp:lastModifiedBy>典億 柯</cp:lastModifiedBy>
  <cp:revision>2</cp:revision>
  <dcterms:created xsi:type="dcterms:W3CDTF">2025-05-22T16:46:46Z</dcterms:created>
  <dcterms:modified xsi:type="dcterms:W3CDTF">2025-05-22T16:53:16Z</dcterms:modified>
</cp:coreProperties>
</file>